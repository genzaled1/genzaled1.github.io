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3"/>
  </p:normalViewPr>
  <p:slideViewPr>
    <p:cSldViewPr snapToGrid="0">
      <p:cViewPr varScale="1">
        <p:scale>
          <a:sx n="95" d="100"/>
          <a:sy n="95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C924-E48B-5E50-6A7A-B2D085F7E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8046F-ACF4-1FE8-9B29-5846C2155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CAEB1-321D-35AF-5A3B-41907807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D2E8C-FA27-0955-02AE-380AF94A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04CF-177B-9766-2E29-37E3F185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7805-26FB-96F7-9629-DD477F8A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18BB9-1B1A-B1CC-C9B6-70DC452FC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81CE6-9B71-71E3-D2E9-3773F7F5C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25F09-4748-1B24-B8D4-083F28FB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A6F7F-E286-C410-192B-328AE90C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3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F4DF-157B-1FEA-BC02-E59BC82C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4316A-95C0-0EB2-AA96-91664DE7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CAF33-E113-A1FA-0524-76A50D2B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4E92F-37C1-2B4F-48EC-213C17B0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29FE-0110-64AF-7691-0C2426B6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252B-B171-ABD3-DC6D-187EE77A1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7971-30B8-83A1-9A4D-32178FA1A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C659D-A27C-7948-1C8A-CE350BFE0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E1720-7F82-BC1B-B738-BEBD909D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F1B88-9573-75BD-2E50-8E7BEC9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34D86-E05B-5399-CCB9-B666E91C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1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1450-EE01-5B84-E6F3-9AE09E7E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1C29A-48D9-4152-9547-9E6344258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0F0D6-8D0A-CAA0-C452-F6438D48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A5426-FF77-7EE3-9CA2-60C8EBA54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AC4AEC-8B5E-E5DA-280D-F140CD432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3ED8A9-3BFA-B9C4-E8DB-04F12802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705A1F-DB41-8C6E-6385-CE7B4D18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C0469-4390-7775-9988-5F9BF102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87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EB6F-E54B-877A-54D1-5452D14A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4ED28-70A1-5ED7-8E3B-03ACA199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ADF47-17B4-C147-95BD-6F02BC1A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18FBA-4A57-1C60-24F0-EFAA49AC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1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F3B6D-EA14-CDFF-D191-926B9E37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5FC02-F120-2F0C-590C-52C13046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9453C-29A0-E5CA-B255-330FFEFC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63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CB7A-11FE-4B32-A2EA-2E444B46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39C9C-4075-C5FF-383E-79CE5250A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5F669-AB86-31CF-7E6C-FAF624293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0C7D6-F575-BA3C-CF97-B8070222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180B-E707-ABE0-7433-A32B1CA4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1B90C-F2C8-6F3C-F904-3185714C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9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508D-9E3E-FBC8-4DF9-ADA5D6C81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9982D-F946-A6AF-B496-F69E9A94E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49F7B-FDAC-728F-E353-D910DAC7B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519CC-1DBA-6D71-1DBD-B8EE64272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DBAFD-CACE-B933-4AB1-1D86AE76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22BC4-AA16-4A04-E781-9EDB5349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A0C2-1295-A7AA-0594-C62F2D281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AD89F-6A23-CCB6-5A00-42C8E2E8B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AF655-D010-AD41-07B9-F7C6D8D0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64D2-BE6B-DE3D-ABAD-2E8ABAFA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8FC20-A4F2-B22A-AC41-88D04B18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7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5BE36-AE25-1F7E-11FD-47FF0C6E0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B7298-D11D-5FED-0A3B-400A953FF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4E1E-428C-D8A2-538A-EC914466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FCDB-0E74-A129-9E38-25209AEC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CA77C-6845-B317-741A-A461E45DB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5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B2AE3-6CC4-774C-6EE5-ADE2B1EC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6D53E-128B-BFAA-12CA-22362E4FB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A2C31-104B-454C-D751-30F32DE3E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EEB4A-18DD-5141-A82F-B0FE84283409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868E7-9132-C856-9CB6-E855AAF21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D496C-88E7-97F2-82A4-9C9EFE23E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2F630-FE4F-CA49-A5E9-F550C66AB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5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F449-6C07-5B24-62D1-92CD6CBCA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B0CBD-1CB6-1952-9A04-86D2AB375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1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T Genzale</dc:creator>
  <cp:lastModifiedBy>Daniel T Genzale</cp:lastModifiedBy>
  <cp:revision>1</cp:revision>
  <dcterms:created xsi:type="dcterms:W3CDTF">2025-11-24T22:11:27Z</dcterms:created>
  <dcterms:modified xsi:type="dcterms:W3CDTF">2025-11-24T22:11:43Z</dcterms:modified>
</cp:coreProperties>
</file>